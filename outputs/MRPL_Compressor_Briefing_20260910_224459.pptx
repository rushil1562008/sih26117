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MRPL Maintenance Briefing: MRPL-COMP-201-A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Asset: VDU Wet Gas Centrifugal Compressor (VDU-2 (Vacuum Distillation Unit))</a:t>
            </a:r>
          </a:p>
          <a:p>
            <a:r>
              <a:t>Risk: CRITICAL | Status: APPROVED</a:t>
            </a:r>
          </a:p>
          <a:p>
            <a:r>
              <a:t>Generated: 2026-09-10 22:44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