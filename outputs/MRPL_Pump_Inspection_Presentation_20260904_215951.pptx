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Industrial Maintenance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Equipment: MRPL-PUMP-101-B</a:t>
            </a:r>
          </a:p>
          <a:p>
            <a:r>
              <a:t>Risk: HIGH | Status: MODIFIED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